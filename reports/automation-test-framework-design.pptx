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word/document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Stack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Python 3.12, pytest, Playwright Python, pytest-html, httpx, psycopg, pydantic-settings, loguru, ruff, pyright, Git, Jenkins.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pytest-html Automation Framework |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Muc tieu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UI automation cho eFMS/eTMS.</a:t>
            </a:r>
          </a:p>
          <a:p>
            <a:r>
              <a:rPr lang="en-US" sz="1600">
                <a:solidFill>
                  <a:srgbClr val="333333"/>
                </a:solidFill>
              </a:rPr>
              <a:t>- API automation bang httpx.</a:t>
            </a:r>
          </a:p>
          <a:p>
            <a:r>
              <a:rPr lang="en-US" sz="1600">
                <a:solidFill>
                  <a:srgbClr val="333333"/>
                </a:solidFill>
              </a:rPr>
              <a:t>- Database validation bang psycopg/PostgreSQL.</a:t>
            </a:r>
          </a:p>
          <a:p>
            <a:r>
              <a:rPr lang="en-US" sz="1600">
                <a:solidFill>
                  <a:srgbClr val="333333"/>
                </a:solidFill>
              </a:rPr>
              <a:t>- pytest-html report mot file HTML de mo va share.</a:t>
            </a:r>
          </a:p>
          <a:p>
            <a:r>
              <a:rPr lang="en-US" sz="1600">
                <a:solidFill>
                  <a:srgbClr val="333333"/>
                </a:solidFill>
              </a:rPr>
              <a:t>- Screenshot/log/artifact khi fail.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pytest-html Automation Framework |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Cau truc project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src/automation: api, config, db, logging, pages, reporting.</a:t>
            </a:r>
          </a:p>
          <a:p>
            <a:r>
              <a:rPr lang="en-US" sz="1600">
                <a:solidFill>
                  <a:srgbClr val="333333"/>
                </a:solidFill>
              </a:rPr>
              <a:t>- tests: conftest.py, ui/efms, ui/etms, api, db.</a:t>
            </a:r>
          </a:p>
          <a:p>
            <a:r>
              <a:rPr lang="en-US" sz="1600">
                <a:solidFill>
                  <a:srgbClr val="333333"/>
                </a:solidFill>
              </a:rPr>
              <a:t>- reports/report.html la HTML report runtime.</a:t>
            </a:r>
          </a:p>
          <a:p>
            <a:r>
              <a:rPr lang="en-US" sz="1600">
                <a:solidFill>
                  <a:srgbClr val="333333"/>
                </a:solidFill>
              </a:rPr>
              <a:t>- test-results luu screenshots va attachments.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pytest-html Automation Framework |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UI Automation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Playwright Python sync API.</a:t>
            </a:r>
          </a:p>
          <a:p>
            <a:r>
              <a:rPr lang="en-US" sz="1600">
                <a:solidFill>
                  <a:srgbClr val="333333"/>
                </a:solidFill>
              </a:rPr>
              <a:t>- pytest fixtures quan ly browser, context, page.</a:t>
            </a:r>
          </a:p>
          <a:p>
            <a:r>
              <a:rPr lang="en-US" sz="1600">
                <a:solidFill>
                  <a:srgbClr val="333333"/>
                </a:solidFill>
              </a:rPr>
              <a:t>- Page Object tach rieng EfmsHomePage va EtmsHomePage.</a:t>
            </a:r>
          </a:p>
          <a:p>
            <a:r>
              <a:rPr lang="en-US" sz="1600">
                <a:solidFill>
                  <a:srgbClr val="333333"/>
                </a:solidFill>
              </a:rPr>
              <a:t>- Login trong tung page, cho textbox/button visible truoc khi fill/click.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pytest-html Automation Framework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Config va Secret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pydantic-settings va .env.</a:t>
            </a:r>
          </a:p>
          <a:p>
            <a:r>
              <a:rPr lang="en-US" sz="1600">
                <a:solidFill>
                  <a:srgbClr val="333333"/>
                </a:solidFill>
              </a:rPr>
              <a:t>- EFMS_BASE_URL va ETMS_BASE_URL tach rieng.</a:t>
            </a:r>
          </a:p>
          <a:p>
            <a:r>
              <a:rPr lang="en-US" sz="1600">
                <a:solidFill>
                  <a:srgbClr val="333333"/>
                </a:solidFill>
              </a:rPr>
              <a:t>- ACCOUNT_PASSWORD lay tu env/Jenkins Credentials, khong commit vao Git.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pytest-html Automation Framework |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API va DB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BaseApiClient dung httpx.</a:t>
            </a:r>
          </a:p>
          <a:p>
            <a:r>
              <a:rPr lang="en-US" sz="1600">
                <a:solidFill>
                  <a:srgbClr val="333333"/>
                </a:solidFill>
              </a:rPr>
              <a:t>- QueryExecutor dung psycopg.</a:t>
            </a:r>
          </a:p>
          <a:p>
            <a:r>
              <a:rPr lang="en-US" sz="1600">
                <a:solidFill>
                  <a:srgbClr val="333333"/>
                </a:solidFill>
              </a:rPr>
              <a:t>- Response/debug artifact ghi vao test-results/attachments.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pytest-html Automation Framework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Report va Logging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pytest-html sinh reports/report.html.</a:t>
            </a:r>
          </a:p>
          <a:p>
            <a:r>
              <a:rPr lang="en-US" sz="1600">
                <a:solidFill>
                  <a:srgbClr val="333333"/>
                </a:solidFill>
              </a:rPr>
              <a:t>- Screenshot fail luu o test-results/screenshots va hien link trong report.</a:t>
            </a:r>
          </a:p>
          <a:p>
            <a:r>
              <a:rPr lang="en-US" sz="1600">
                <a:solidFill>
                  <a:srgbClr val="333333"/>
                </a:solidFill>
              </a:rPr>
              <a:t>- loguru ghi logs/automation.log.</a:t>
            </a:r>
          </a:p>
          <a:p>
            <a:r>
              <a:rPr lang="en-US" sz="1600">
                <a:solidFill>
                  <a:srgbClr val="333333"/>
                </a:solidFill>
              </a:rPr>
              <a:t>- Khong can Java hoac report CLI rieng.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pytest-html Automation Framework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CI/CD va Maintain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Jenkins install uv, playwright browsers, ruff, pyright, pytest.</a:t>
            </a:r>
          </a:p>
          <a:p>
            <a:r>
              <a:rPr lang="en-US" sz="1600">
                <a:solidFill>
                  <a:srgbClr val="333333"/>
                </a:solidFill>
              </a:rPr>
              <a:t>- Dung ruff format/check va pyright de maintain code.</a:t>
            </a:r>
          </a:p>
          <a:p>
            <a:r>
              <a:rPr lang="en-US" sz="1600">
                <a:solidFill>
                  <a:srgbClr val="333333"/>
                </a:solidFill>
              </a:rPr>
              <a:t>- Dung PWDEBUG va trace viewer de debug UI.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pytest-html Automation Framework | Slide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ython Theme">
  <a:themeElements>
    <a:clrScheme name="Python">
      <a:dk1>
        <a:srgbClr val="1F1F1F"/>
      </a:dk1>
      <a:lt1>
        <a:srgbClr val="FFFFFF"/>
      </a:lt1>
      <a:dk2>
        <a:srgbClr val="333333"/>
      </a:dk2>
      <a:lt2>
        <a:srgbClr val="F3F6FA"/>
      </a:lt2>
      <a:accent1>
        <a:srgbClr val="1F4E79"/>
      </a:accent1>
      <a:accent2>
        <a:srgbClr val="F28C28"/>
      </a:accent2>
      <a:accent3>
        <a:srgbClr val="5B9BD5"/>
      </a:accent3>
      <a:accent4>
        <a:srgbClr val="70AD47"/>
      </a:accent4>
      <a:accent5>
        <a:srgbClr val="A5A5A5"/>
      </a:accent5>
      <a:accent6>
        <a:srgbClr val="FFC000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</a:majorFont>
      <a:minorFont>
        <a:latin typeface="Calibri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Automation Test Framework Design - Python pytest-html</dc:title>
  <dc:creator>Cursor Cloud Agent</dc:creator>
  <dcterms:created xsi:type="dcterms:W3CDTF">2026-06-09T06:47:49Z</dcterms:created>
  <dcterms:modified xsi:type="dcterms:W3CDTF">2026-06-09T06:47:49Z</dcterms:modified>
</cp:coreProperties>
</file>