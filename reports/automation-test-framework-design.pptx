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word/document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 type="wide"/>
  <p:notesSz cx="6858000" cy="9144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0" y="0"/>
            <a:ext cx="12192000" cy="260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/>
          <a:lstStyle/>
          <a:p>
            <a:r>
              <a:rPr lang="en-US" sz="100">
                <a:solidFill>
                  <a:srgbClr val="FFFFFF"/>
                </a:solidFill>
              </a:rPr>
              <a:t/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650000" y="500000"/>
            <a:ext cx="10800000" cy="65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3000">
                <a:solidFill>
                  <a:srgbClr val="1F4E79"/>
                </a:solidFill>
              </a:rPr>
              <a:t>Stack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900000" y="1500000"/>
            <a:ext cx="10300000" cy="43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600">
                <a:solidFill>
                  <a:srgbClr val="333333"/>
                </a:solidFill>
              </a:rPr>
              <a:t>- Python 3.12, pytest, Playwright Python, httpx, psycopg, allure-pytest, pydantic-settings, loguru, ruff, pyright, Git, Jenkins.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900000" y="6400000"/>
            <a:ext cx="10000000" cy="22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900">
                <a:solidFill>
                  <a:srgbClr val="777777"/>
                </a:solidFill>
              </a:rPr>
              <a:t>Python Automation Framework | Slide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0" y="0"/>
            <a:ext cx="12192000" cy="260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/>
          <a:lstStyle/>
          <a:p>
            <a:r>
              <a:rPr lang="en-US" sz="100">
                <a:solidFill>
                  <a:srgbClr val="FFFFFF"/>
                </a:solidFill>
              </a:rPr>
              <a:t/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650000" y="500000"/>
            <a:ext cx="10800000" cy="65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3000">
                <a:solidFill>
                  <a:srgbClr val="1F4E79"/>
                </a:solidFill>
              </a:rPr>
              <a:t>Muc tieu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900000" y="1500000"/>
            <a:ext cx="10300000" cy="43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600">
                <a:solidFill>
                  <a:srgbClr val="333333"/>
                </a:solidFill>
              </a:rPr>
              <a:t>- UI automation cho eFMS/eTMS.</a:t>
            </a:r>
          </a:p>
          <a:p>
            <a:r>
              <a:rPr lang="en-US" sz="1600">
                <a:solidFill>
                  <a:srgbClr val="333333"/>
                </a:solidFill>
              </a:rPr>
              <a:t>- API automation bang httpx.</a:t>
            </a:r>
          </a:p>
          <a:p>
            <a:r>
              <a:rPr lang="en-US" sz="1600">
                <a:solidFill>
                  <a:srgbClr val="333333"/>
                </a:solidFill>
              </a:rPr>
              <a:t>- Database validation bang psycopg/PostgreSQL.</a:t>
            </a:r>
          </a:p>
          <a:p>
            <a:r>
              <a:rPr lang="en-US" sz="1600">
                <a:solidFill>
                  <a:srgbClr val="333333"/>
                </a:solidFill>
              </a:rPr>
              <a:t>- Allure report va Jenkins CI/CD.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900000" y="6400000"/>
            <a:ext cx="10000000" cy="22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900">
                <a:solidFill>
                  <a:srgbClr val="777777"/>
                </a:solidFill>
              </a:rPr>
              <a:t>Python Automation Framework | Slide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0" y="0"/>
            <a:ext cx="12192000" cy="260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/>
          <a:lstStyle/>
          <a:p>
            <a:r>
              <a:rPr lang="en-US" sz="100">
                <a:solidFill>
                  <a:srgbClr val="FFFFFF"/>
                </a:solidFill>
              </a:rPr>
              <a:t/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650000" y="500000"/>
            <a:ext cx="10800000" cy="65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3000">
                <a:solidFill>
                  <a:srgbClr val="1F4E79"/>
                </a:solidFill>
              </a:rPr>
              <a:t>Cau truc project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900000" y="1500000"/>
            <a:ext cx="10300000" cy="43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600">
                <a:solidFill>
                  <a:srgbClr val="333333"/>
                </a:solidFill>
              </a:rPr>
              <a:t>- src/automation: api, config, db, logging, pages, reporting.</a:t>
            </a:r>
          </a:p>
          <a:p>
            <a:r>
              <a:rPr lang="en-US" sz="1600">
                <a:solidFill>
                  <a:srgbClr val="333333"/>
                </a:solidFill>
              </a:rPr>
              <a:t>- tests: conftest.py, ui/efms, ui/etms, api, db.</a:t>
            </a:r>
          </a:p>
          <a:p>
            <a:r>
              <a:rPr lang="en-US" sz="1600">
                <a:solidFill>
                  <a:srgbClr val="333333"/>
                </a:solidFill>
              </a:rPr>
              <a:t>- src/test/resources/report-html: html va images resources.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900000" y="6400000"/>
            <a:ext cx="10000000" cy="22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900">
                <a:solidFill>
                  <a:srgbClr val="777777"/>
                </a:solidFill>
              </a:rPr>
              <a:t>Python Automation Framework | Slide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0" y="0"/>
            <a:ext cx="12192000" cy="260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/>
          <a:lstStyle/>
          <a:p>
            <a:r>
              <a:rPr lang="en-US" sz="100">
                <a:solidFill>
                  <a:srgbClr val="FFFFFF"/>
                </a:solidFill>
              </a:rPr>
              <a:t/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650000" y="500000"/>
            <a:ext cx="10800000" cy="65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3000">
                <a:solidFill>
                  <a:srgbClr val="1F4E79"/>
                </a:solidFill>
              </a:rPr>
              <a:t>UI Automation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900000" y="1500000"/>
            <a:ext cx="10300000" cy="43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600">
                <a:solidFill>
                  <a:srgbClr val="333333"/>
                </a:solidFill>
              </a:rPr>
              <a:t>- Playwright Python sync API.</a:t>
            </a:r>
          </a:p>
          <a:p>
            <a:r>
              <a:rPr lang="en-US" sz="1600">
                <a:solidFill>
                  <a:srgbClr val="333333"/>
                </a:solidFill>
              </a:rPr>
              <a:t>- pytest fixtures quan ly browser, context, page.</a:t>
            </a:r>
          </a:p>
          <a:p>
            <a:r>
              <a:rPr lang="en-US" sz="1600">
                <a:solidFill>
                  <a:srgbClr val="333333"/>
                </a:solidFill>
              </a:rPr>
              <a:t>- Page Object tach rieng EfmsHomePage va EtmsHomePage.</a:t>
            </a:r>
          </a:p>
          <a:p>
            <a:r>
              <a:rPr lang="en-US" sz="1600">
                <a:solidFill>
                  <a:srgbClr val="333333"/>
                </a:solidFill>
              </a:rPr>
              <a:t>- Login trong tung page, cho textbox/button visible truoc khi fill/click.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900000" y="6400000"/>
            <a:ext cx="10000000" cy="22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900">
                <a:solidFill>
                  <a:srgbClr val="777777"/>
                </a:solidFill>
              </a:rPr>
              <a:t>Python Automation Framework | Slide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0" y="0"/>
            <a:ext cx="12192000" cy="260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/>
          <a:lstStyle/>
          <a:p>
            <a:r>
              <a:rPr lang="en-US" sz="100">
                <a:solidFill>
                  <a:srgbClr val="FFFFFF"/>
                </a:solidFill>
              </a:rPr>
              <a:t/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650000" y="500000"/>
            <a:ext cx="10800000" cy="65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3000">
                <a:solidFill>
                  <a:srgbClr val="1F4E79"/>
                </a:solidFill>
              </a:rPr>
              <a:t>Config va Secret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900000" y="1500000"/>
            <a:ext cx="10300000" cy="43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600">
                <a:solidFill>
                  <a:srgbClr val="333333"/>
                </a:solidFill>
              </a:rPr>
              <a:t>- pydantic-settings va .env.</a:t>
            </a:r>
          </a:p>
          <a:p>
            <a:r>
              <a:rPr lang="en-US" sz="1600">
                <a:solidFill>
                  <a:srgbClr val="333333"/>
                </a:solidFill>
              </a:rPr>
              <a:t>- EFMS_BASE_URL va ETMS_BASE_URL tach rieng.</a:t>
            </a:r>
          </a:p>
          <a:p>
            <a:r>
              <a:rPr lang="en-US" sz="1600">
                <a:solidFill>
                  <a:srgbClr val="333333"/>
                </a:solidFill>
              </a:rPr>
              <a:t>- ACCOUNT_PASSWORD lay tu env/Jenkins Credentials, khong commit vao Git.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900000" y="6400000"/>
            <a:ext cx="10000000" cy="22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900">
                <a:solidFill>
                  <a:srgbClr val="777777"/>
                </a:solidFill>
              </a:rPr>
              <a:t>Python Automation Framework | Slide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0" y="0"/>
            <a:ext cx="12192000" cy="260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/>
          <a:lstStyle/>
          <a:p>
            <a:r>
              <a:rPr lang="en-US" sz="100">
                <a:solidFill>
                  <a:srgbClr val="FFFFFF"/>
                </a:solidFill>
              </a:rPr>
              <a:t/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650000" y="500000"/>
            <a:ext cx="10800000" cy="65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3000">
                <a:solidFill>
                  <a:srgbClr val="1F4E79"/>
                </a:solidFill>
              </a:rPr>
              <a:t>API va DB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900000" y="1500000"/>
            <a:ext cx="10300000" cy="43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600">
                <a:solidFill>
                  <a:srgbClr val="333333"/>
                </a:solidFill>
              </a:rPr>
              <a:t>- BaseApiClient dung httpx.</a:t>
            </a:r>
          </a:p>
          <a:p>
            <a:r>
              <a:rPr lang="en-US" sz="1600">
                <a:solidFill>
                  <a:srgbClr val="333333"/>
                </a:solidFill>
              </a:rPr>
              <a:t>- QueryExecutor dung psycopg.</a:t>
            </a:r>
          </a:p>
          <a:p>
            <a:r>
              <a:rPr lang="en-US" sz="1600">
                <a:solidFill>
                  <a:srgbClr val="333333"/>
                </a:solidFill>
              </a:rPr>
              <a:t>- Request/response co the attach vao Allure.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900000" y="6400000"/>
            <a:ext cx="10000000" cy="22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900">
                <a:solidFill>
                  <a:srgbClr val="777777"/>
                </a:solidFill>
              </a:rPr>
              <a:t>Python Automation Framework | Slide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0" y="0"/>
            <a:ext cx="12192000" cy="260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/>
          <a:lstStyle/>
          <a:p>
            <a:r>
              <a:rPr lang="en-US" sz="100">
                <a:solidFill>
                  <a:srgbClr val="FFFFFF"/>
                </a:solidFill>
              </a:rPr>
              <a:t/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650000" y="500000"/>
            <a:ext cx="10800000" cy="65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3000">
                <a:solidFill>
                  <a:srgbClr val="1F4E79"/>
                </a:solidFill>
              </a:rPr>
              <a:t>Report va Logging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900000" y="1500000"/>
            <a:ext cx="10300000" cy="43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600">
                <a:solidFill>
                  <a:srgbClr val="333333"/>
                </a:solidFill>
              </a:rPr>
              <a:t>- allure-pytest sinh allure-results.</a:t>
            </a:r>
          </a:p>
          <a:p>
            <a:r>
              <a:rPr lang="en-US" sz="1600">
                <a:solidFill>
                  <a:srgbClr val="333333"/>
                </a:solidFill>
              </a:rPr>
              <a:t>- Allure HTML report o allure-report/index.html.</a:t>
            </a:r>
          </a:p>
          <a:p>
            <a:r>
              <a:rPr lang="en-US" sz="1600">
                <a:solidFill>
                  <a:srgbClr val="333333"/>
                </a:solidFill>
              </a:rPr>
              <a:t>- Screenshot attach khi fail.</a:t>
            </a:r>
          </a:p>
          <a:p>
            <a:r>
              <a:rPr lang="en-US" sz="1600">
                <a:solidFill>
                  <a:srgbClr val="333333"/>
                </a:solidFill>
              </a:rPr>
              <a:t>- loguru ghi logs/automation.log.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900000" y="6400000"/>
            <a:ext cx="10000000" cy="22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900">
                <a:solidFill>
                  <a:srgbClr val="777777"/>
                </a:solidFill>
              </a:rPr>
              <a:t>Python Automation Framework | Slide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0" y="0"/>
            <a:ext cx="12192000" cy="260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/>
          <a:lstStyle/>
          <a:p>
            <a:r>
              <a:rPr lang="en-US" sz="100">
                <a:solidFill>
                  <a:srgbClr val="FFFFFF"/>
                </a:solidFill>
              </a:rPr>
              <a:t/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650000" y="500000"/>
            <a:ext cx="10800000" cy="65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3000">
                <a:solidFill>
                  <a:srgbClr val="1F4E79"/>
                </a:solidFill>
              </a:rPr>
              <a:t>CI/CD va Maintain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900000" y="1500000"/>
            <a:ext cx="10300000" cy="43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600">
                <a:solidFill>
                  <a:srgbClr val="333333"/>
                </a:solidFill>
              </a:rPr>
              <a:t>- Jenkins install uv, playwright browsers, ruff, pyright, pytest.</a:t>
            </a:r>
          </a:p>
          <a:p>
            <a:r>
              <a:rPr lang="en-US" sz="1600">
                <a:solidFill>
                  <a:srgbClr val="333333"/>
                </a:solidFill>
              </a:rPr>
              <a:t>- Dung ruff format/check va pyright de maintain code.</a:t>
            </a:r>
          </a:p>
          <a:p>
            <a:r>
              <a:rPr lang="en-US" sz="1600">
                <a:solidFill>
                  <a:srgbClr val="333333"/>
                </a:solidFill>
              </a:rPr>
              <a:t>- Dung PWDEBUG va trace viewer de debug UI.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900000" y="6400000"/>
            <a:ext cx="10000000" cy="22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900">
                <a:solidFill>
                  <a:srgbClr val="777777"/>
                </a:solidFill>
              </a:rPr>
              <a:t>Python Automation Framework | Slide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ython Theme">
  <a:themeElements>
    <a:clrScheme name="Python">
      <a:dk1>
        <a:srgbClr val="1F1F1F"/>
      </a:dk1>
      <a:lt1>
        <a:srgbClr val="FFFFFF"/>
      </a:lt1>
      <a:dk2>
        <a:srgbClr val="333333"/>
      </a:dk2>
      <a:lt2>
        <a:srgbClr val="F3F6FA"/>
      </a:lt2>
      <a:accent1>
        <a:srgbClr val="1F4E79"/>
      </a:accent1>
      <a:accent2>
        <a:srgbClr val="F28C28"/>
      </a:accent2>
      <a:accent3>
        <a:srgbClr val="5B9BD5"/>
      </a:accent3>
      <a:accent4>
        <a:srgbClr val="70AD47"/>
      </a:accent4>
      <a:accent5>
        <a:srgbClr val="A5A5A5"/>
      </a:accent5>
      <a:accent6>
        <a:srgbClr val="FFC000"/>
      </a:accent6>
      <a:hlink>
        <a:srgbClr val="0563C1"/>
      </a:hlink>
      <a:folHlink>
        <a:srgbClr val="954F72"/>
      </a:folHlink>
    </a:clrScheme>
    <a:fontScheme name="Calibri">
      <a:majorFont>
        <a:latin typeface="Calibri"/>
      </a:majorFont>
      <a:minorFont>
        <a:latin typeface="Calibri"/>
      </a:minorFont>
    </a:fontScheme>
    <a:fmtScheme name="Office">
      <a:fillStyleLst/>
      <a:lnStyleLst/>
      <a:effectStyleLst/>
      <a:bgFillStyleLst/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8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Automation Test Framework Design - Python</dc:title>
  <dc:creator>Cursor Cloud Agent</dc:creator>
  <dcterms:created xsi:type="dcterms:W3CDTF">2026-06-09T04:37:39Z</dcterms:created>
  <dcterms:modified xsi:type="dcterms:W3CDTF">2026-06-09T04:37:39Z</dcterms:modified>
</cp:coreProperties>
</file>